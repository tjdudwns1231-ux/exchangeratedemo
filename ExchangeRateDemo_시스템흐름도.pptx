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8288000" cy="10287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12DA5E2-6BA6-5DB0-ED30-1321579E96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" y="990600"/>
            <a:ext cx="16687800" cy="830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5768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DocSecurity>0</DocSecurity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3" baseType="lpstr">
      <vt:lpstr>Calibri</vt:lpstr>
      <vt:lpstr>ChatGPT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ucube</cp:lastModifiedBy>
  <cp:revision>2</cp:revision>
  <dcterms:created xsi:type="dcterms:W3CDTF">2026-09-14T07:24:59Z</dcterms:created>
  <dcterms:modified xsi:type="dcterms:W3CDTF">2026-09-18T04:31:56Z</dcterms:modified>
</cp:coreProperties>
</file>